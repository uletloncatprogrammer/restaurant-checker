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short. The point of the next ten minutes: what the app does on a normal busy night, who it is for in the restaurant, and what it does not do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the owner which of these four they have had this month. Usually it is all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one real table through it. A table of two ordering nasi goreng and a drink is enough.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totals are worked out on the server, not on the tablet, so a modified tablet cannot change a price.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red void alert matters more than it looks. A cancelled steak that still gets cooked is real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Excel report if you can. Owners react to that more than anything else on this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Admins can also switch off roles the restaurant does not use, for example Supervisor in a small cafe. A role can only be removed when nobody active holds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percentages on this slide on purpose. We have not measured savings in a real restaurant yet, so we don't claim any. The pilot shift is how we find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clear that the Android and Windows apps are planned, not shipped. The web version is what they would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Fill in the price before sending. The limits are on the slide because an owner will find them in the first week anyway; better they hear them from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F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F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572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 Checker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6974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for the floor, one for the kitchen, and the same facts on both.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9F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restaurant owners</a:t>
            </a:r>
            <a:endParaRPr lang="en-US" sz="1200" dirty="0"/>
          </a:p>
        </p:txBody>
      </p:sp>
      <p:sp>
        <p:nvSpPr>
          <p:cNvPr id="5" name="ticket"/>
          <p:cNvSpPr/>
          <p:nvPr/>
        </p:nvSpPr>
        <p:spPr>
          <a:xfrm>
            <a:off x="5486400" y="868680"/>
            <a:ext cx="2926080" cy="3337560"/>
          </a:xfrm>
          <a:prstGeom prst="roundRect">
            <a:avLst>
              <a:gd name="adj" fmla="val 375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5760720" y="10972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7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7315200" y="10972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12:41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760720" y="1737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 Nasi goreng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269480" y="1764792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269480" y="176479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2240280"/>
            <a:ext cx="2377440" cy="0"/>
          </a:xfrm>
          <a:prstGeom prst="line">
            <a:avLst/>
          </a:prstGeom>
          <a:noFill/>
          <a:ln w="9525">
            <a:solidFill>
              <a:srgbClr val="E4DF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0" y="2395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 Sate ayam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269480" y="2423160"/>
            <a:ext cx="868680" cy="3108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69480" y="2423160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60720" y="2898648"/>
            <a:ext cx="2377440" cy="0"/>
          </a:xfrm>
          <a:prstGeom prst="line">
            <a:avLst/>
          </a:prstGeom>
          <a:noFill/>
          <a:ln w="9525">
            <a:solidFill>
              <a:srgbClr val="E4DF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0" y="30540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 Es teh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269480" y="3081528"/>
            <a:ext cx="868680" cy="310896"/>
          </a:xfrm>
          <a:prstGeom prst="roundRect">
            <a:avLst>
              <a:gd name="adj" fmla="val 50000"/>
            </a:avLst>
          </a:prstGeom>
          <a:solidFill>
            <a:srgbClr val="8A8077"/>
          </a:solidFill>
          <a:ln w="12700">
            <a:solidFill>
              <a:srgbClr val="8A8077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269480" y="3081528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0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F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orders go wrong on a busy night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175930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handwritten ticket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Messy writing, a missing table number, a note the cook never saw.</a:t>
            </a:r>
            <a:endParaRPr lang="en-US" sz="1400" dirty="0"/>
          </a:p>
        </p:txBody>
      </p:sp>
      <p:sp>
        <p:nvSpPr>
          <p:cNvPr id="8" name="problem card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892040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26" y="175930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Shouting across the pass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196596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 hears half of it. The waiter finds out a dish is gone when he is already at the table.</a:t>
            </a:r>
            <a:endParaRPr lang="en-US" sz="1400" dirty="0"/>
          </a:p>
        </p:txBody>
      </p:sp>
      <p:sp>
        <p:nvSpPr>
          <p:cNvPr id="13" name="problem card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345094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void with no story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cancelled a dish. Who, when, why? Nobody wrote it down.</a:t>
            </a:r>
            <a:endParaRPr lang="en-US" sz="1400" dirty="0"/>
          </a:p>
        </p:txBody>
      </p:sp>
      <p:sp>
        <p:nvSpPr>
          <p:cNvPr id="18" name="problem card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489204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426" y="345094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246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Counting up at closing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6576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what was sold to what was paid, by hand, when everyone is tired.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order, five steps, everyone sees it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417320" y="2011680"/>
            <a:ext cx="7955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548640" y="1572768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46504"/>
            <a:ext cx="521208" cy="521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28600" y="2606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Waiter sends the order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228600" y="3200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the table and dishes on a tablet.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81528" y="2011680"/>
            <a:ext cx="7955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2212848" y="1572768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584" y="1746504"/>
            <a:ext cx="521208" cy="521208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92808" y="2606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Kitchen gets a ticket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1892808" y="3200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appears at once, with a sound.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4745736" y="2011680"/>
            <a:ext cx="7955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3877056" y="1572768"/>
            <a:ext cx="868680" cy="8686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0792" y="1746504"/>
            <a:ext cx="521208" cy="52120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557016" y="2606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Cook marks it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3557016" y="3200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Preparing, then ready.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409944" y="2011680"/>
            <a:ext cx="795528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5541264" y="1572768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746504"/>
            <a:ext cx="521208" cy="52120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221224" y="2606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Waiter delivers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5221224" y="3200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Taps delivered at the table.</a:t>
            </a:r>
            <a:endParaRPr lang="en-US" sz="1300" dirty="0"/>
          </a:p>
        </p:txBody>
      </p:sp>
      <p:sp>
        <p:nvSpPr>
          <p:cNvPr id="23" name="icon circle"/>
          <p:cNvSpPr/>
          <p:nvPr/>
        </p:nvSpPr>
        <p:spPr>
          <a:xfrm>
            <a:off x="7205472" y="1572768"/>
            <a:ext cx="868680" cy="8686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4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746504"/>
            <a:ext cx="521208" cy="521208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6885432" y="2606040"/>
            <a:ext cx="1508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pays</a:t>
            </a:r>
            <a:endParaRPr lang="en-US" sz="1400" dirty="0"/>
          </a:p>
        </p:txBody>
      </p:sp>
      <p:sp>
        <p:nvSpPr>
          <p:cNvPr id="26" name="Text 19"/>
          <p:cNvSpPr txBox="1"/>
          <p:nvPr/>
        </p:nvSpPr>
        <p:spPr>
          <a:xfrm>
            <a:off x="6885432" y="320040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Bill, payment, receipt.</a:t>
            </a:r>
            <a:endParaRPr lang="en-US" sz="1300" dirty="0"/>
          </a:p>
        </p:txBody>
      </p:sp>
      <p:sp>
        <p:nvSpPr>
          <p:cNvPr id="27" name="Text 20"/>
          <p:cNvSpPr txBox="1"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shows the same order, updated as it changes. Nobody asks "is it ready yet?"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floor: take orders, take payment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by table</a:t>
            </a:r>
            <a:endParaRPr lang="en-US" sz="1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0078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dishes, add a note ("no chili"), send. Dishes with tracked stock grey out when they run out.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402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it delivered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946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it at the table. A table can be paid once everything on it is served.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Bill and payment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43814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is added per dish. Cash, card, QRIS or other. Change is worked out for you.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977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Receipt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306824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from the browser print dialog.</a:t>
            </a:r>
            <a:endParaRPr lang="en-US" sz="1400" dirty="0"/>
          </a:p>
        </p:txBody>
      </p:sp>
      <p:sp>
        <p:nvSpPr>
          <p:cNvPr id="11" name="bill card"/>
          <p:cNvSpPr/>
          <p:nvPr/>
        </p:nvSpPr>
        <p:spPr>
          <a:xfrm>
            <a:off x="5212080" y="1280160"/>
            <a:ext cx="3383280" cy="3246120"/>
          </a:xfrm>
          <a:prstGeom prst="roundRect">
            <a:avLst>
              <a:gd name="adj" fmla="val 28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8640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7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0116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 Nasi goreng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011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90,000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24231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x Es teh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0" y="242316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16,000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10%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0" y="28346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10,600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0" y="3310128"/>
            <a:ext cx="2834640" cy="0"/>
          </a:xfrm>
          <a:prstGeom prst="line">
            <a:avLst/>
          </a:prstGeom>
          <a:noFill/>
          <a:ln w="12700">
            <a:solidFill>
              <a:srgbClr val="CFC8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0" y="3401568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675120" y="3401568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116,600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40690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amounts in rupiah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the kitchen: tickets that don't get lost</a:t>
            </a:r>
            <a:endParaRPr lang="en-US" sz="3200" dirty="0"/>
          </a:p>
        </p:txBody>
      </p:sp>
      <p:sp>
        <p:nvSpPr>
          <p:cNvPr id="3" name="icon circle"/>
          <p:cNvSpPr/>
          <p:nvPr/>
        </p:nvSpPr>
        <p:spPr>
          <a:xfrm>
            <a:off x="548640" y="137160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710" y="1477670"/>
            <a:ext cx="318211" cy="318211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37160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order makes a sound and shows a banner</a:t>
            </a:r>
            <a:endParaRPr lang="en-US" sz="1600" dirty="0"/>
          </a:p>
        </p:txBody>
      </p:sp>
      <p:sp>
        <p:nvSpPr>
          <p:cNvPr id="6" name="icon circle"/>
          <p:cNvSpPr/>
          <p:nvPr/>
        </p:nvSpPr>
        <p:spPr>
          <a:xfrm>
            <a:off x="548640" y="219456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710" y="2300630"/>
            <a:ext cx="318211" cy="31821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19456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to start cooking, tap again when it is ready</a:t>
            </a:r>
            <a:endParaRPr lang="en-US" sz="1600" dirty="0"/>
          </a:p>
        </p:txBody>
      </p:sp>
      <p:sp>
        <p:nvSpPr>
          <p:cNvPr id="9" name="icon circle"/>
          <p:cNvSpPr/>
          <p:nvPr/>
        </p:nvSpPr>
        <p:spPr>
          <a:xfrm>
            <a:off x="548640" y="301752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710" y="3123590"/>
            <a:ext cx="318211" cy="31821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1752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cancelled dish turns up in red, so nobody cooks it</a:t>
            </a:r>
            <a:endParaRPr lang="en-US" sz="1600" dirty="0"/>
          </a:p>
        </p:txBody>
      </p:sp>
      <p:sp>
        <p:nvSpPr>
          <p:cNvPr id="12" name="icon circle"/>
          <p:cNvSpPr/>
          <p:nvPr/>
        </p:nvSpPr>
        <p:spPr>
          <a:xfrm>
            <a:off x="548640" y="3840480"/>
            <a:ext cx="530352" cy="530352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3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10" y="3946550"/>
            <a:ext cx="318211" cy="31821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840480"/>
            <a:ext cx="3566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 stays awake while you work</a:t>
            </a:r>
            <a:endParaRPr lang="en-US" sz="1600" dirty="0"/>
          </a:p>
        </p:txBody>
      </p:sp>
      <p:sp>
        <p:nvSpPr>
          <p:cNvPr id="15" name="kitchen ticket"/>
          <p:cNvSpPr/>
          <p:nvPr/>
        </p:nvSpPr>
        <p:spPr>
          <a:xfrm>
            <a:off x="5120640" y="1371600"/>
            <a:ext cx="164592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9525">
            <a:solidFill>
              <a:srgbClr val="DDD6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6" name="Text 10"/>
          <p:cNvSpPr txBox="1"/>
          <p:nvPr/>
        </p:nvSpPr>
        <p:spPr>
          <a:xfrm>
            <a:off x="52578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3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525780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 Soto ayam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257800" y="2176272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5257800" y="2176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1000" dirty="0"/>
          </a:p>
        </p:txBody>
      </p:sp>
      <p:sp>
        <p:nvSpPr>
          <p:cNvPr id="20" name="kitchen ticket"/>
          <p:cNvSpPr/>
          <p:nvPr/>
        </p:nvSpPr>
        <p:spPr>
          <a:xfrm>
            <a:off x="6903720" y="1371600"/>
            <a:ext cx="1645920" cy="22402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 w="9525">
            <a:solidFill>
              <a:srgbClr val="DDD6CE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704088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7</a:t>
            </a:r>
            <a:endParaRPr lang="en-US" sz="1400" dirty="0"/>
          </a:p>
        </p:txBody>
      </p:sp>
      <p:sp>
        <p:nvSpPr>
          <p:cNvPr id="22" name="Text 16"/>
          <p:cNvSpPr txBox="1"/>
          <p:nvPr/>
        </p:nvSpPr>
        <p:spPr>
          <a:xfrm>
            <a:off x="7040880" y="1874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2x  Nasi goreng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040880" y="2176272"/>
            <a:ext cx="868680" cy="25603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7040880" y="2176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7040880" y="2587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1x  Sate ayam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7040880" y="2889504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8A8077"/>
          </a:solidFill>
          <a:ln w="12700">
            <a:solidFill>
              <a:srgbClr val="8A8077"/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7040880" y="288950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512064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only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you: what you see without asking</a:t>
            </a:r>
            <a:endParaRPr lang="en-US" sz="3200" dirty="0"/>
          </a:p>
        </p:txBody>
      </p:sp>
      <p:sp>
        <p:nvSpPr>
          <p:cNvPr id="3" name="owner card"/>
          <p:cNvSpPr/>
          <p:nvPr/>
        </p:nvSpPr>
        <p:spPr>
          <a:xfrm>
            <a:off x="5486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tables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214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tables are open and what is still waiting.</a:t>
            </a:r>
            <a:endParaRPr lang="en-US" sz="1300" dirty="0"/>
          </a:p>
        </p:txBody>
      </p:sp>
      <p:sp>
        <p:nvSpPr>
          <p:cNvPr id="8" name="owner card"/>
          <p:cNvSpPr/>
          <p:nvPr/>
        </p:nvSpPr>
        <p:spPr>
          <a:xfrm>
            <a:off x="32918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347472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164592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690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Payments by day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74720" y="21214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payment, who took it, how it was paid.</a:t>
            </a:r>
            <a:endParaRPr lang="en-US" sz="1300" dirty="0"/>
          </a:p>
        </p:txBody>
      </p:sp>
      <p:sp>
        <p:nvSpPr>
          <p:cNvPr id="13" name="owner card"/>
          <p:cNvSpPr/>
          <p:nvPr/>
        </p:nvSpPr>
        <p:spPr>
          <a:xfrm>
            <a:off x="6035040" y="137160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6217920" y="155448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4592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12280" y="1554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Activity feed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12140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that happened during service, with the time.</a:t>
            </a:r>
            <a:endParaRPr lang="en-US" sz="1300" dirty="0"/>
          </a:p>
        </p:txBody>
      </p:sp>
      <p:sp>
        <p:nvSpPr>
          <p:cNvPr id="18" name="owner card"/>
          <p:cNvSpPr/>
          <p:nvPr/>
        </p:nvSpPr>
        <p:spPr>
          <a:xfrm>
            <a:off x="5486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731520" y="3246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3375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258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731520" y="3813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the dishes that can run out. Sold-out ones stop being sellable.</a:t>
            </a:r>
            <a:endParaRPr lang="en-US" sz="1300" dirty="0"/>
          </a:p>
        </p:txBody>
      </p:sp>
      <p:sp>
        <p:nvSpPr>
          <p:cNvPr id="23" name="owner card"/>
          <p:cNvSpPr/>
          <p:nvPr/>
        </p:nvSpPr>
        <p:spPr>
          <a:xfrm>
            <a:off x="32918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icon circle"/>
          <p:cNvSpPr/>
          <p:nvPr/>
        </p:nvSpPr>
        <p:spPr>
          <a:xfrm>
            <a:off x="3474720" y="3246120"/>
            <a:ext cx="457200" cy="4572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5" name="Image 4" descr="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6160" y="333756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690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report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74720" y="3813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or week, as an Excel file for you or your accountant.</a:t>
            </a:r>
            <a:endParaRPr lang="en-US" sz="1300" dirty="0"/>
          </a:p>
        </p:txBody>
      </p:sp>
      <p:sp>
        <p:nvSpPr>
          <p:cNvPr id="28" name="owner card"/>
          <p:cNvSpPr/>
          <p:nvPr/>
        </p:nvSpPr>
        <p:spPr>
          <a:xfrm>
            <a:off x="6035040" y="3063240"/>
            <a:ext cx="25603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icon circle"/>
          <p:cNvSpPr/>
          <p:nvPr/>
        </p:nvSpPr>
        <p:spPr>
          <a:xfrm>
            <a:off x="6217920" y="324612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Image 5" descr="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3337560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12280" y="32461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Voids on record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813048"/>
            <a:ext cx="2240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Cancelling needs a written reason and a supervisor or admin.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Everyone sees only what their job needs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3716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Waiter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194560" y="13716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Orders, delivery, payment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0116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194560" y="20116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Tickets: preparing and ready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651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194560" y="26517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Floor, dashboard, stock, menu, reports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918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2918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view, and can void (so can Admin)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146304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9319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194560" y="39319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Everything, plus staff and roles</a:t>
            </a:r>
            <a:endParaRPr lang="en-US" sz="1400" dirty="0"/>
          </a:p>
        </p:txBody>
      </p:sp>
      <p:sp>
        <p:nvSpPr>
          <p:cNvPr id="18" name="icon circle"/>
          <p:cNvSpPr/>
          <p:nvPr/>
        </p:nvSpPr>
        <p:spPr>
          <a:xfrm>
            <a:off x="5486400" y="132588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9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17320"/>
            <a:ext cx="274320" cy="27432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126480" y="130759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add your own staff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126480" y="16002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sign-up. Each person gets a temporary password and picks their own.</a:t>
            </a:r>
            <a:endParaRPr lang="en-US" sz="1200" dirty="0"/>
          </a:p>
        </p:txBody>
      </p:sp>
      <p:sp>
        <p:nvSpPr>
          <p:cNvPr id="22" name="icon circle"/>
          <p:cNvSpPr/>
          <p:nvPr/>
        </p:nvSpPr>
        <p:spPr>
          <a:xfrm>
            <a:off x="5486400" y="240487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49631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6126480" y="238658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Guessing is slow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6126480" y="267919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wrong passwords lock that account for five minutes.</a:t>
            </a:r>
            <a:endParaRPr lang="en-US" sz="1200" dirty="0"/>
          </a:p>
        </p:txBody>
      </p:sp>
      <p:sp>
        <p:nvSpPr>
          <p:cNvPr id="26" name="icon circle"/>
          <p:cNvSpPr/>
          <p:nvPr/>
        </p:nvSpPr>
        <p:spPr>
          <a:xfrm>
            <a:off x="5486400" y="348386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7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575304"/>
            <a:ext cx="274320" cy="274320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126480" y="346557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someone go, they are out</a:t>
            </a:r>
            <a:endParaRPr lang="en-US" sz="1400" dirty="0"/>
          </a:p>
        </p:txBody>
      </p:sp>
      <p:sp>
        <p:nvSpPr>
          <p:cNvPr id="29" name="Text 24"/>
          <p:cNvSpPr txBox="1"/>
          <p:nvPr/>
        </p:nvSpPr>
        <p:spPr>
          <a:xfrm>
            <a:off x="6126480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 the account and their devices are signed out right away.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 restaurant would use it</a:t>
            </a:r>
            <a:endParaRPr lang="en-US" sz="3200" dirty="0"/>
          </a:p>
        </p:txBody>
      </p:sp>
      <p:sp>
        <p:nvSpPr>
          <p:cNvPr id="3" name="why card"/>
          <p:cNvSpPr/>
          <p:nvPr/>
        </p:nvSpPr>
        <p:spPr>
          <a:xfrm>
            <a:off x="548640" y="137160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icon circle"/>
          <p:cNvSpPr/>
          <p:nvPr/>
        </p:nvSpPr>
        <p:spPr>
          <a:xfrm>
            <a:off x="777240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0626" y="1759306"/>
            <a:ext cx="340157" cy="34015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Fewer mistakes at the pass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order reaches the kitchen exactly as it was typed, notes included.</a:t>
            </a:r>
            <a:endParaRPr lang="en-US" sz="1300" dirty="0"/>
          </a:p>
        </p:txBody>
      </p:sp>
      <p:sp>
        <p:nvSpPr>
          <p:cNvPr id="8" name="why card"/>
          <p:cNvSpPr/>
          <p:nvPr/>
        </p:nvSpPr>
        <p:spPr>
          <a:xfrm>
            <a:off x="4663440" y="137160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icon circle"/>
          <p:cNvSpPr/>
          <p:nvPr/>
        </p:nvSpPr>
        <p:spPr>
          <a:xfrm>
            <a:off x="4892040" y="164592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5426" y="1759306"/>
            <a:ext cx="340157" cy="34015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554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void has a name and a reason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669280" y="21031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look back and see who cancelled what, and why.</a:t>
            </a:r>
            <a:endParaRPr lang="en-US" sz="1300" dirty="0"/>
          </a:p>
        </p:txBody>
      </p:sp>
      <p:sp>
        <p:nvSpPr>
          <p:cNvPr id="13" name="why card"/>
          <p:cNvSpPr/>
          <p:nvPr/>
        </p:nvSpPr>
        <p:spPr>
          <a:xfrm>
            <a:off x="548640" y="306324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icon circle"/>
          <p:cNvSpPr/>
          <p:nvPr/>
        </p:nvSpPr>
        <p:spPr>
          <a:xfrm>
            <a:off x="77724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626" y="3450946"/>
            <a:ext cx="340157" cy="340157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544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Prices are not trusted to the tablet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5448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Totals are worked out on the server, so a changed tablet cannot change a bill.</a:t>
            </a:r>
            <a:endParaRPr lang="en-US" sz="1300" dirty="0"/>
          </a:p>
        </p:txBody>
      </p:sp>
      <p:sp>
        <p:nvSpPr>
          <p:cNvPr id="18" name="why card"/>
          <p:cNvSpPr/>
          <p:nvPr/>
        </p:nvSpPr>
        <p:spPr>
          <a:xfrm>
            <a:off x="4663440" y="3063240"/>
            <a:ext cx="3931920" cy="1508760"/>
          </a:xfrm>
          <a:prstGeom prst="roundRect">
            <a:avLst>
              <a:gd name="adj" fmla="val 6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 circle"/>
          <p:cNvSpPr/>
          <p:nvPr/>
        </p:nvSpPr>
        <p:spPr>
          <a:xfrm>
            <a:off x="4892040" y="333756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5426" y="3450946"/>
            <a:ext cx="340157" cy="34015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69280" y="3246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numbers are ready at closing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66928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 and the Excel report are already there when the doors shut.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sign-up to your first shift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set up your restaurant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private space with its own database and web address.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060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060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26060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get a company code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0604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a temporary password for the first admin.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fill it in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Tables, menu and staff, from the Admin screen.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20840" y="141732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208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210312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one shift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720840" y="26974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 supervisor standing next to the tablets.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icon circle"/>
          <p:cNvSpPr/>
          <p:nvPr/>
        </p:nvSpPr>
        <p:spPr>
          <a:xfrm>
            <a:off x="777240" y="38404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941064"/>
            <a:ext cx="301752" cy="301752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508760" y="370332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the browser on any tablet or PC today. Android and Windows apps are the next step.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077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Straight answers before you decide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do yet</a:t>
            </a:r>
            <a:endParaRPr lang="en-US" sz="1800" dirty="0"/>
          </a:p>
        </p:txBody>
      </p:sp>
      <p:sp>
        <p:nvSpPr>
          <p:cNvPr id="4" name="icon circle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5A4A3C"/>
          </a:solidFill>
          <a:ln w="12700">
            <a:solidFill>
              <a:srgbClr val="5A4A3C"/>
            </a:solidFill>
            <a:prstDash val="solid"/>
          </a:ln>
        </p:spPr>
      </p:sp>
      <p:pic>
        <p:nvPicPr>
          <p:cNvPr id="5" name="Image 0" descr="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38528"/>
            <a:ext cx="201168" cy="20116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43000" y="1737360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needs internet. If the line drops, orders stop until it is back.</a:t>
            </a:r>
            <a:endParaRPr lang="en-US" sz="1400" dirty="0"/>
          </a:p>
        </p:txBody>
      </p:sp>
      <p:sp>
        <p:nvSpPr>
          <p:cNvPr id="7" name="icon circle"/>
          <p:cNvSpPr/>
          <p:nvPr/>
        </p:nvSpPr>
        <p:spPr>
          <a:xfrm>
            <a:off x="548640" y="2542032"/>
            <a:ext cx="420624" cy="420624"/>
          </a:xfrm>
          <a:prstGeom prst="ellipse">
            <a:avLst/>
          </a:prstGeom>
          <a:solidFill>
            <a:srgbClr val="5A4A3C"/>
          </a:solidFill>
          <a:ln w="12700">
            <a:solidFill>
              <a:srgbClr val="5A4A3C"/>
            </a:solidFill>
            <a:prstDash val="solid"/>
          </a:ln>
        </p:spPr>
      </p:sp>
      <p:pic>
        <p:nvPicPr>
          <p:cNvPr id="8" name="Image 1" descr="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2651760"/>
            <a:ext cx="201168" cy="201168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43000" y="2450592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Receipts use the normal print dialog. No thermal printer link yet.</a:t>
            </a:r>
            <a:endParaRPr lang="en-US" sz="1400" dirty="0"/>
          </a:p>
        </p:txBody>
      </p:sp>
      <p:sp>
        <p:nvSpPr>
          <p:cNvPr id="10" name="icon circle"/>
          <p:cNvSpPr/>
          <p:nvPr/>
        </p:nvSpPr>
        <p:spPr>
          <a:xfrm>
            <a:off x="548640" y="3255264"/>
            <a:ext cx="420624" cy="420624"/>
          </a:xfrm>
          <a:prstGeom prst="ellipse">
            <a:avLst/>
          </a:prstGeom>
          <a:solidFill>
            <a:srgbClr val="5A4A3C"/>
          </a:solidFill>
          <a:ln w="12700">
            <a:solidFill>
              <a:srgbClr val="5A4A3C"/>
            </a:solidFill>
            <a:prstDash val="solid"/>
          </a:ln>
        </p:spPr>
      </p:sp>
      <p:pic>
        <p:nvPicPr>
          <p:cNvPr id="11" name="Image 2" descr="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3364992"/>
            <a:ext cx="201168" cy="20116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163824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not a certified tax or e-invoice system. Ask your accountant.</a:t>
            </a:r>
            <a:endParaRPr lang="en-US" sz="1400" dirty="0"/>
          </a:p>
        </p:txBody>
      </p:sp>
      <p:sp>
        <p:nvSpPr>
          <p:cNvPr id="13" name="icon circle"/>
          <p:cNvSpPr/>
          <p:nvPr/>
        </p:nvSpPr>
        <p:spPr>
          <a:xfrm>
            <a:off x="548640" y="3968496"/>
            <a:ext cx="420624" cy="420624"/>
          </a:xfrm>
          <a:prstGeom prst="ellipse">
            <a:avLst/>
          </a:prstGeom>
          <a:solidFill>
            <a:srgbClr val="5A4A3C"/>
          </a:solidFill>
          <a:ln w="12700">
            <a:solidFill>
              <a:srgbClr val="5A4A3C"/>
            </a:solidFill>
            <a:prstDash val="solid"/>
          </a:ln>
        </p:spPr>
      </p:sp>
      <p:pic>
        <p:nvPicPr>
          <p:cNvPr id="14" name="Image 3" descr="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078224"/>
            <a:ext cx="201168" cy="20116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43000" y="3877056"/>
            <a:ext cx="3657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DD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and Windows apps are still being prepared.</a:t>
            </a:r>
            <a:endParaRPr lang="en-US" sz="1400" dirty="0"/>
          </a:p>
        </p:txBody>
      </p:sp>
      <p:sp>
        <p:nvSpPr>
          <p:cNvPr id="16" name="next step card"/>
          <p:cNvSpPr/>
          <p:nvPr/>
        </p:nvSpPr>
        <p:spPr>
          <a:xfrm>
            <a:off x="5303520" y="1325880"/>
            <a:ext cx="3291840" cy="3108960"/>
          </a:xfrm>
          <a:prstGeom prst="roundRect">
            <a:avLst>
              <a:gd name="adj" fmla="val 35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4000"/>
              </a:srgbClr>
            </a:outerShdw>
          </a:effectLst>
        </p:spPr>
      </p:sp>
      <p:sp>
        <p:nvSpPr>
          <p:cNvPr id="17" name="Text 11"/>
          <p:cNvSpPr txBox="1"/>
          <p:nvPr/>
        </p:nvSpPr>
        <p:spPr>
          <a:xfrm>
            <a:off x="5577840" y="1554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800" dirty="0"/>
          </a:p>
        </p:txBody>
      </p:sp>
      <p:sp>
        <p:nvSpPr>
          <p:cNvPr id="18" name="Text 12"/>
          <p:cNvSpPr txBox="1"/>
          <p:nvPr/>
        </p:nvSpPr>
        <p:spPr>
          <a:xfrm>
            <a:off x="5577840" y="19202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add your price here ]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577840" y="2697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5577840" y="30632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one-shift pilot at your restaurant, with us there on the first night.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89F9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staurant Checker">
  <a:themeElements>
    <a:clrScheme name="Restaurant Checker">
      <a:dk1>
        <a:srgbClr val="2B2118"/>
      </a:dk1>
      <a:lt1>
        <a:srgbClr val="FFFFFF"/>
      </a:lt1>
      <a:dk2>
        <a:srgbClr val="5A4A3C"/>
      </a:dk2>
      <a:lt2>
        <a:srgbClr val="F4F2EF"/>
      </a:lt2>
      <a:accent1>
        <a:srgbClr val="C2553A"/>
      </a:accent1>
      <a:accent2>
        <a:srgbClr val="4F7A64"/>
      </a:accent2>
      <a:accent3>
        <a:srgbClr val="E3A73B"/>
      </a:accent3>
      <a:accent4>
        <a:srgbClr val="A7BEAE"/>
      </a:accent4>
      <a:accent5>
        <a:srgbClr val="8C6A55"/>
      </a:accent5>
      <a:accent6>
        <a:srgbClr val="3B6A8A"/>
      </a:accent6>
      <a:hlink>
        <a:srgbClr val="C2553A"/>
      </a:hlink>
      <a:folHlink>
        <a:srgbClr val="8C6A55"/>
      </a:folHlink>
    </a:clrScheme>
    <a:fontScheme name="Restaurant Check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Restaurant Checker: features and why use it</dc:title>
  <dc:subject>PptxGenJS Presentation</dc:subject>
  <dc:creator>Restaurant Checker</dc:creator>
  <cp:lastModifiedBy>Restaurant Checker</cp:lastModifiedBy>
  <cp:revision>1</cp:revision>
  <dcterms:created xsi:type="dcterms:W3CDTF">2026-10-13T20:04:21Z</dcterms:created>
  <dcterms:modified xsi:type="dcterms:W3CDTF">2026-10-13T20:04:21Z</dcterms:modified>
</cp:coreProperties>
</file>